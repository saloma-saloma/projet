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050C77-ACF8-4C1D-9564-57885426B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845BF23-DA89-4842-8C56-556E8DF91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9775B1-2C1B-4996-9F40-F3074190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0957B-3D7B-434E-AFAC-9DBFB78F4031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EC580F-FEB8-430F-8767-67550D902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A7F6AD-5812-4234-9CDE-B4C86AFC4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04CA1-5B87-4674-9FBE-6A8C088242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8025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C17AD2-8CA2-43C9-84A9-89074C18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0E8342-195A-4BB5-8334-BDFA80C9F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3C7263-F805-43A1-B4A9-89046261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0957B-3D7B-434E-AFAC-9DBFB78F4031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15F3F8-FD99-4B57-98DD-66C6F707D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1B5618-BC43-4AC4-B2AB-80CD8B249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04CA1-5B87-4674-9FBE-6A8C088242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6523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A63F07-1FFC-4407-B46A-8BCA29846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5878BF3-7221-4910-BFD7-1A5C9484C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3CA59C-EECB-48F4-AE8F-1DD18810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0957B-3D7B-434E-AFAC-9DBFB78F4031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E2ACEC-E485-444B-A262-5BFAA528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CA94CB-8821-40DB-8B1B-447DA197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04CA1-5B87-4674-9FBE-6A8C088242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0210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FEE6DD-7AE5-4148-B6E4-30E688C6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D4205F-5558-4B3B-B842-38A766977F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10DE27-0C0C-48A3-B178-D2D3E7B39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CE3FC4-1A3C-4DCF-BA67-5E0B3AE4D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0957B-3D7B-434E-AFAC-9DBFB78F4031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813A42-30D9-41BD-89F7-AF13FF44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A99026-A784-4A59-A068-F6D513F68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04CA1-5B87-4674-9FBE-6A8C088242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4623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763FA-40A6-4B5B-A8D9-BA69F9A39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E4074A-9EB6-4CA7-9419-AC1F49B5D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7A5DCC7-1766-40B9-8E47-5736E6A4B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16D3DA-5D0C-424A-9102-C92D9EAA3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47D0D43-5D60-4F18-98B6-A82F5E9D9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0CAE622-90D5-418B-B3D3-A53897267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0957B-3D7B-434E-AFAC-9DBFB78F4031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C06483-9118-465E-A3A9-41F05A0DC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45C0A0E-F156-4905-BEB8-8C33C4037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04CA1-5B87-4674-9FBE-6A8C088242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55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9E451-6824-49D0-8078-44B9B4D2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5489E90-59D6-466A-A3E4-A9D78087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0957B-3D7B-434E-AFAC-9DBFB78F4031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41E0A5C-B801-48C8-B3EC-CD37A6D56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2CF6C2-28BB-41A7-8BE5-E42786042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04CA1-5B87-4674-9FBE-6A8C088242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061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667737D-6551-429A-BCF7-F0BF1056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0957B-3D7B-434E-AFAC-9DBFB78F4031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FA6CA36-EA62-41B4-BCA7-4C2FF7BBA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28BC40-CBC4-45E1-9F81-536D90F5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04CA1-5B87-4674-9FBE-6A8C088242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026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4CF078-94D3-4A20-96F7-F24B8148D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CA0F26-BABD-4F6E-AAEC-F04E46383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400A4C-674C-4C73-AC6D-518F9B0E9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AA5127-6A67-4441-B6FD-43B49EC7F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0957B-3D7B-434E-AFAC-9DBFB78F4031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A3D7FD-DEB1-4D40-9AC5-EE4C62909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B39087-2123-4E8B-9772-E4C0D6BD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04CA1-5B87-4674-9FBE-6A8C088242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313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B26938-3E10-4F36-8A8F-11BB8BC0A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2541841-922A-427B-9242-74E0C3DF6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AF8A05-2955-4427-AECF-31FB90ECD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A2C2C8-53F2-41C2-8C7C-7A80EF262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0957B-3D7B-434E-AFAC-9DBFB78F4031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508FEFC-9780-43A1-829A-A49610F5A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AD3DFB-06E8-45E6-AA5A-5C3BAA6C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04CA1-5B87-4674-9FBE-6A8C088242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95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A723FE-51E4-4838-8B5F-19C33BF51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22B0A4-B6C6-4A2D-B208-EC1ED8A83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3DA6CD-EF39-470A-BE5E-D6069B0E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0957B-3D7B-434E-AFAC-9DBFB78F4031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69D8D0-9CA5-424E-B072-785761A7E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CEB9BC-7C65-4E52-84F2-95311ABC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04CA1-5B87-4674-9FBE-6A8C088242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601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5F6058C-DCFB-423D-8550-7E7408980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9AB9AFC-36BD-4F9C-9E8D-22D6B0F92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8D4F30-9C66-4128-AC94-9004FA03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0957B-3D7B-434E-AFAC-9DBFB78F4031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DDE929-5901-4E14-97B2-D4779E3E0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5CF837-DE23-4D64-BD55-324352A0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04CA1-5B87-4674-9FBE-6A8C088242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883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C770478-EE46-4E2C-9268-93F90D053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CED7B6-AD8D-4925-AE77-AD659A46F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1481F2-2496-44FE-A07C-736094626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0957B-3D7B-434E-AFAC-9DBFB78F4031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4C2894-C9C5-42F8-B4B7-C023BB033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1B979A-2745-4EE6-BFD7-321E318A1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04CA1-5B87-4674-9FBE-6A8C088242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7444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60A0BD-3D60-4A97-8F8F-EE233CDED3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salmaaa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945E59C-B722-45B1-B827-BA2F2D121E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04846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salmaaa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salmaaa</dc:title>
  <dc:creator>Fatima ezzahra Rihaby</dc:creator>
  <cp:lastModifiedBy>Fatima ezzahra Rihaby</cp:lastModifiedBy>
  <cp:revision>1</cp:revision>
  <dcterms:created xsi:type="dcterms:W3CDTF">2025-12-11T19:42:38Z</dcterms:created>
  <dcterms:modified xsi:type="dcterms:W3CDTF">2025-12-11T19:43:09Z</dcterms:modified>
</cp:coreProperties>
</file>